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-1536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D0359-DF8F-5CF3-4855-CACD29517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B95799-7D85-DF06-C9B7-059F9C595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09ECB-A8B7-CF4A-C7EA-ED04364B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BB03CC-C261-AA6F-4E5A-0F8DFE36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0123E-8AC7-EB49-4E72-BB5B75E7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95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66411-1E19-32CF-95C1-645080D2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73970E-5FF7-EB64-D314-9BB68FB02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448A0-2801-AC6B-693F-0AFF63EFD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2181A-CCC7-C87B-BA16-BA22F128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15D23-D4A1-E245-07F1-B6DBCDF4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5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AF229-AAC8-E03C-521C-FF0CF367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21591D-D7F0-8369-2DDC-7CF78C6F2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54DAB-210B-37DB-97E8-9618F138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C1B90-FF9C-1D7B-C85F-C0CBC9F8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D1085C-48D5-FFCA-ACAE-AE491770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2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F081A-12F7-7ACE-4008-D969CE97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B00C2-7D48-1648-CC56-71FB2B0D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9BFD3A-A93A-D260-9A23-81FE3E5C5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0D796A-6472-1069-5CBD-F07A2C8D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D76234-814C-5835-4632-CB73A7B6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562165-7C97-5344-CBBB-76ED2DC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81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37183-A672-35DD-0068-72C957FA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5AF016-D4DA-A931-88C0-1AE1B8F18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783C87-A10B-0CCB-DF53-34DE69C82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0B1C83-4F81-C7C4-8E02-7A69A645D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6CBEC0-3470-B68D-1DDB-B9589500E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72AF46-8D30-43AA-D011-DA797C2B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443F70-9C13-6601-917B-71D51296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0A6C1B-D5D5-BA1A-FDB6-E649E2C2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9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BAA03-06A5-3E83-5AD6-B4ED2225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92318A-2DEE-731F-19AE-49D6C594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A02C86-9712-0460-54EC-66635D60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51C77C-6554-7538-F38B-590F28FE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51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3A1304-129F-C7F6-BCFA-DD80FEB6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41CAC0-A6E1-D0AD-2C71-FEF89F6F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29B5E-3951-9BE7-7765-B0CB7D7A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4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16B29-00F4-CEAC-0AE4-E2179246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E22B0-0033-DCA9-7251-A4C03C614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8BEAE-87D4-2BCF-F0D2-5703AB624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9ABD49-946A-DC0D-9247-3E9FABA0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0D9A8C-850E-6EA4-A0F6-DE0ACC9B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AEE3F4-630C-29DC-43D7-D8FFCE33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87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09268-3AA5-AD36-4986-89AAE2D4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8FBD5B-734A-D711-1A45-65FF34A80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5D258B-0918-84CF-ACBB-A1FB21E8B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47FDCB-9226-32CE-A1CC-957E83F22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E16622-5CC8-5A9B-19C9-3C16C9E9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815888-45E6-6337-9E6E-2198FCD9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3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B4789-BC10-3BEC-3382-84EAA280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8D6612-4920-7A0E-77AD-4C1CD1EBE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EADA9E-DD8A-B904-D5F6-7C00632C6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31EE8-B8B0-B412-2CC6-769A0B4D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638E4-DFE3-3374-8C7C-A09C1C05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54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721AF5-34F5-C830-AB2B-0C101FEFA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AE9B0A-0B15-E5F5-A8C3-8F3B4A909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98E333-BC8F-D58B-F0C6-3B0C18CC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7262B-DA04-A147-7434-7A938129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3230D-8CC8-3149-2057-0BB5E4E9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50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11CA17-2264-60EE-B96D-67A42DC7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AA6D4-B8E3-1459-F3E4-FA7701EB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71128A-4233-F624-1E51-84686C159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6E096-26AB-4072-A3E0-8A3203A9A45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F03B50-CFB6-0F51-2F1A-40488401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A48D1F-9AD7-EDB9-4283-528651C39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09DAF-97E9-4D6D-A143-15C307F29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50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6F203F2-FC97-7E69-72CC-60DFDEF3FB38}"/>
              </a:ext>
            </a:extLst>
          </p:cNvPr>
          <p:cNvSpPr/>
          <p:nvPr/>
        </p:nvSpPr>
        <p:spPr>
          <a:xfrm>
            <a:off x="494620" y="970914"/>
            <a:ext cx="2878137" cy="27178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c-Step Interaction and Experience Collection Process</a:t>
            </a:r>
            <a:endParaRPr lang="zh-CN" altLang="en-US" sz="9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C8A3D0-9748-DE43-7434-3AD5F862A913}"/>
              </a:ext>
            </a:extLst>
          </p:cNvPr>
          <p:cNvSpPr/>
          <p:nvPr/>
        </p:nvSpPr>
        <p:spPr>
          <a:xfrm>
            <a:off x="494620" y="1383030"/>
            <a:ext cx="1525587" cy="3333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MS-HER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 steps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E91EAE-E232-4E46-D1E1-B6506F07DC9E}"/>
              </a:ext>
            </a:extLst>
          </p:cNvPr>
          <p:cNvSpPr/>
          <p:nvPr/>
        </p:nvSpPr>
        <p:spPr>
          <a:xfrm>
            <a:off x="432707" y="3158490"/>
            <a:ext cx="3051810" cy="1056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C6D818-79F9-6B61-423E-92D218A0107B}"/>
              </a:ext>
            </a:extLst>
          </p:cNvPr>
          <p:cNvSpPr/>
          <p:nvPr/>
        </p:nvSpPr>
        <p:spPr>
          <a:xfrm>
            <a:off x="2192927" y="1383030"/>
            <a:ext cx="1179830" cy="3333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F-MLE</a:t>
            </a: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Warm-start </a:t>
            </a:r>
            <a:r>
              <a:rPr lang="en-US" altLang="zh-CN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Initializatin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12C1E20-121F-CD0D-8C26-A0D8FDD2FAF4}"/>
              </a:ext>
            </a:extLst>
          </p:cNvPr>
          <p:cNvSpPr/>
          <p:nvPr/>
        </p:nvSpPr>
        <p:spPr>
          <a:xfrm>
            <a:off x="432707" y="1926749"/>
            <a:ext cx="1476375" cy="105664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F0EF92-3098-C39A-A045-62BB08E2F7BB}"/>
              </a:ext>
            </a:extLst>
          </p:cNvPr>
          <p:cNvSpPr/>
          <p:nvPr/>
        </p:nvSpPr>
        <p:spPr>
          <a:xfrm>
            <a:off x="2071007" y="1926749"/>
            <a:ext cx="1447800" cy="105664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7E337C-AC4F-1001-9FA5-3B4356D17F5D}"/>
              </a:ext>
            </a:extLst>
          </p:cNvPr>
          <p:cNvSpPr/>
          <p:nvPr/>
        </p:nvSpPr>
        <p:spPr>
          <a:xfrm>
            <a:off x="432707" y="4568190"/>
            <a:ext cx="274320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5BAD1A-740B-C3E5-60C4-206F0C9CE05C}"/>
              </a:ext>
            </a:extLst>
          </p:cNvPr>
          <p:cNvSpPr/>
          <p:nvPr/>
        </p:nvSpPr>
        <p:spPr>
          <a:xfrm>
            <a:off x="3296557" y="4568190"/>
            <a:ext cx="3117850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A6F705-9712-F41E-726F-184820A04EB6}"/>
              </a:ext>
            </a:extLst>
          </p:cNvPr>
          <p:cNvSpPr/>
          <p:nvPr/>
        </p:nvSpPr>
        <p:spPr>
          <a:xfrm>
            <a:off x="3551282" y="2680970"/>
            <a:ext cx="2863125" cy="14960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F61948-D08D-5C2C-9B62-BEFF12E66255}"/>
              </a:ext>
            </a:extLst>
          </p:cNvPr>
          <p:cNvSpPr/>
          <p:nvPr/>
        </p:nvSpPr>
        <p:spPr>
          <a:xfrm>
            <a:off x="3551282" y="959009"/>
            <a:ext cx="2863125" cy="1496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4AC40A-7FC3-6692-BDCF-5C139D14E4AF}"/>
              </a:ext>
            </a:extLst>
          </p:cNvPr>
          <p:cNvSpPr/>
          <p:nvPr/>
        </p:nvSpPr>
        <p:spPr>
          <a:xfrm>
            <a:off x="305707" y="741680"/>
            <a:ext cx="6159500" cy="35306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0679E1-DC46-9128-C309-2054D176739A}"/>
              </a:ext>
            </a:extLst>
          </p:cNvPr>
          <p:cNvSpPr/>
          <p:nvPr/>
        </p:nvSpPr>
        <p:spPr>
          <a:xfrm>
            <a:off x="305707" y="4412615"/>
            <a:ext cx="6172200" cy="12446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A0C658A2-DFA5-E1E6-06E5-E361BA8C5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092" y="451575"/>
            <a:ext cx="5353051" cy="541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13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智豪 许</dc:creator>
  <cp:lastModifiedBy>智豪 许</cp:lastModifiedBy>
  <cp:revision>2</cp:revision>
  <dcterms:created xsi:type="dcterms:W3CDTF">2026-08-07T15:54:47Z</dcterms:created>
  <dcterms:modified xsi:type="dcterms:W3CDTF">2026-08-08T02:12:52Z</dcterms:modified>
</cp:coreProperties>
</file>