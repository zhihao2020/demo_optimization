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471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49665"/>
          </a:solidFill>
          <a:ln w="12700">
            <a:solidFill>
              <a:srgbClr val="A496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17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训练结果汇报  ·  2026-08-14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风光火储综合能源系统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小时级经济调度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611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7F4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HMSD：层次化多能安全调度  ·  原理、目标、效果与调度曲线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212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  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公平季节训练 + 留出周评估    </a:t>
            </a:r>
            <a:r>
              <a:rPr lang="en-US" sz="1300" b="1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  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5000 回合 ≈ 84 万步    </a:t>
            </a:r>
            <a:r>
              <a:rPr lang="en-US" sz="1300" b="1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  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只报 seed 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56235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主线：2 维库存目标  ·  低层外在奖励  ·  HER-mix  ·  GiveSafe  ·  市场先验关闭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TO READ THIS DECK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先看口径：本汇报只认这一套数字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27889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91440" cy="2148840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618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冬第 5 周 / 过渡第 18 周 / 夏第 31 周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训练周轮换，评估周留出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7889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097280"/>
            <a:ext cx="91440" cy="2148840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2618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 KPI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1737360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综合货币增量 J_gen、周回报 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期末库存门 ε = 0.06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10701" y="1046988"/>
            <a:ext cx="27889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097280"/>
            <a:ext cx="91440" cy="2148840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2618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1737360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HMSD = </a:t>
            </a:r>
            <a:r>
              <a:rPr lang="en-US" sz="1300" dirty="0" err="1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层次化多能安全调度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89720" y="1097280"/>
            <a:ext cx="27889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89720" y="1097280"/>
            <a:ext cx="91440" cy="2148840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0" y="12618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曲线图注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18320" y="1737360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调度图是典型周示意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 </a:t>
            </a:r>
            <a:r>
              <a:rPr lang="en-US" sz="1300" dirty="0" err="1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以留出周为准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" y="4389120"/>
            <a:ext cx="113385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59028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不混进主表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926080" y="459028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35k 多种子旧主表；remote_840k 对训练默认周的复评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11480" y="5303520"/>
            <a:ext cx="11338560" cy="822960"/>
          </a:xfrm>
          <a:prstGeom prst="rect">
            <a:avLst/>
          </a:prstGeom>
          <a:solidFill>
            <a:srgbClr val="F7F4EC"/>
          </a:solidFill>
          <a:ln w="9525">
            <a:solidFill>
              <a:srgbClr val="E2E4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550468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诚实边界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926080" y="550468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冬季 HMSD 最好；过渡赚钱但库存未过门；夏季扁平 TD3 更好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HMSD 训练结果汇报  ·  seed 0  ·  公平季节留出周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/  19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问题：分时电价下的一周闭环经济调度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在外生购售电价与高保真 FMU 动力学下，逐小时选择物理指令，最大化运营期净现金流，并满足设备、电网与压空非凸可行域。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56235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91640"/>
            <a:ext cx="5623560" cy="73152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风电 + 光伏 + 火电 + 电池 + 压缩空气储能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价格接受者，不做 ISO 出清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6235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691640"/>
            <a:ext cx="5623560" cy="73152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9202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377440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决策步长 1 小时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一个学习回合 = 168 小时（一周）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1480" y="3840480"/>
            <a:ext cx="56235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840480"/>
            <a:ext cx="5623560" cy="73152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0690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526280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u_tp  火电指令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u_battery  电池充放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u_caes  压空连续指令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63640" y="3840480"/>
            <a:ext cx="56235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3840480"/>
            <a:ext cx="5623560" cy="73152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0690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4526280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 / 气库荷电、热力、功率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h 风光荷预报 + 分时电价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HMSD 训练结果汇报  ·  seed 0  ·  公平季节留出周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/  19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优化目标：综合货币增量，而不是裸现金流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338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704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ΔJ_gen  =  ΔJ_cash  −  π · Δm_CO2  −  C^CUT  −  C^deg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训练奖励  r_t  =  ΔJ_gen / C_ref  +  过程库存塑造  +  </a:t>
            </a:r>
            <a:r>
              <a:rPr lang="en-US" sz="1500" dirty="0" err="1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期末库存奖罚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2697480"/>
            <a:ext cx="21945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 / tCO₂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碳价 π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15768" y="2697480"/>
            <a:ext cx="21945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15768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807208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 / MWh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07208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弃电惩罚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0056" y="2697480"/>
            <a:ext cx="21945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0056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111496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 / MWh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11496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缺供惩罚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24344" y="2697480"/>
            <a:ext cx="21945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24344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1.565×10⁵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15784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 / 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15784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参考成本 C_ref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28632" y="2697480"/>
            <a:ext cx="21945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28632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720072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 L1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720072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库存门 ε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11480" y="4617720"/>
            <a:ext cx="11338560" cy="1737360"/>
          </a:xfrm>
          <a:prstGeom prst="rect">
            <a:avLst/>
          </a:prstGeom>
          <a:solidFill>
            <a:srgbClr val="E8F0EB"/>
          </a:solidFill>
          <a:ln w="12700">
            <a:solidFill>
              <a:srgbClr val="E8F0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7365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分项含义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5047488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现金是设备侧现金流，市场模式下电网项按购售电价重算。碳按火电 0.85、购电 0.5703 吨/兆瓦时计。弃电与缺供按母线残余能量计价。退化只计电池放电的凸代价。库存塑造避免周中过度漂移；期末相对初值过门 +15，未过门按 L1 罚。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HMSD 训练结果汇报  ·  seed 0  ·  公平季节留出周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/  19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CONSTRAINTS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约束不靠加大惩罚糊弄：不可行动作进不了主仿真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2788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2788920" cy="91440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716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设备与电网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651760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火电出力上下限与爬坡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电池动态充放界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联络线功率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1143000"/>
            <a:ext cx="2788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143000"/>
            <a:ext cx="2788920" cy="91440"/>
          </a:xfrm>
          <a:prstGeom prst="rect">
            <a:avLst/>
          </a:prstGeom>
          <a:solidFill>
            <a:srgbClr val="C45C3E"/>
          </a:solidFill>
          <a:ln w="12700">
            <a:solidFill>
              <a:srgbClr val="C45C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3716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20440" y="1965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压空非凸合法集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2651760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u_caes ∈ [−1, −0.33] ∪ {0} ∪ [0.86, 1]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放电 / 待机 / 充电三段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模式仅用于最短运行锁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1143000"/>
            <a:ext cx="2788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1143000"/>
            <a:ext cx="2788920" cy="91440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3716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46520" y="1965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GiveSafe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2651760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候选动作经可行性判定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只把安全动作推进 FMU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拒绝动作写负奖励 + 状态自环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89720" y="1143000"/>
            <a:ext cx="2788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89720" y="1143000"/>
            <a:ext cx="2788920" cy="91440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72600" y="13716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372600" y="1965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期末库存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72600" y="2651760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 + 气库相对初值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 L1 ≤ 0.06 视为过门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过程塑造 + 终端奖罚双保险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1480" y="4617720"/>
            <a:ext cx="11338560" cy="1737360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07492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安全层是投影执行，不是训练完再检查。压空不能在非法中间区段取值；连续标量只是为了让策略好学，真正执行时再映射到三段合法集。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HMSD 训练结果汇报  ·  seed 0  ·  公平季节留出周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 /  19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PROTOCOL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对比方法与训练安排：同一环境、同一奖励、留出周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5669280" cy="21488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季节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训练周（轮换）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留出评估周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冬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0–4 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5 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13–17 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18 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26–30 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31 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097280"/>
          <a:ext cx="5440680" cy="260604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12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45C3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HMSD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主方法：目标条件层次 TD3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TD3 / SAC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单层强化学习基线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B0 / B1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厂站保守规则 / 峰谷规则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滚动 LP / 粒子群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开环优化基线（代理模型 / 6 维参数）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11480" y="3931920"/>
            <a:ext cx="2788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5" name="Text 4"/>
          <p:cNvSpPr/>
          <p:nvPr/>
        </p:nvSpPr>
        <p:spPr>
          <a:xfrm>
            <a:off x="411480" y="40690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5000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2920" y="4754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回合 / 任务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337560" y="3931920"/>
            <a:ext cx="2788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337560" y="40690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 万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3429000" y="4754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有效交互步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63640" y="3931920"/>
            <a:ext cx="2788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263640" y="40690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= 8</a:t>
            </a:r>
            <a:endParaRPr lang="en-US" sz="2600" dirty="0"/>
          </a:p>
        </p:txBody>
      </p:sp>
      <p:sp>
        <p:nvSpPr>
          <p:cNvPr id="6" name="Text 11"/>
          <p:cNvSpPr/>
          <p:nvPr/>
        </p:nvSpPr>
        <p:spPr>
          <a:xfrm>
            <a:off x="6355080" y="4754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高层子目标间隔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9189720" y="3931920"/>
            <a:ext cx="2788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189720" y="40690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 0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9281160" y="4754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本汇报只报这一粒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11480" y="55321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低层奖励与扁平 TD3 相同。市场先验 / F-MLE / 行为克隆均关闭。分季 84 万步已跑完；本机没有分季逐步训练日志，故不画学习曲线。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HMSD 训练结果汇报  ·  seed 0  ·  公平季节留出周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 /  19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RESULTS ·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总览：冬、过渡经济领先；夏季扁平 TD3 更好</a:t>
            </a:r>
            <a:endParaRPr lang="en-US" sz="2200" dirty="0"/>
          </a:p>
        </p:txBody>
      </p:sp>
      <p:pic>
        <p:nvPicPr>
          <p:cNvPr id="5" name="Image 0" descr="D:\Code\0622\optimal_demo\picture\report_figures\fig_kpi_jgen_bars.png"/>
          <p:cNvPicPr>
            <a:picLocks noChangeAspect="1"/>
          </p:cNvPicPr>
          <p:nvPr/>
        </p:nvPicPr>
        <p:blipFill>
          <a:blip r:embed="rId3"/>
          <a:srcRect t="-40" b="-40"/>
          <a:stretch/>
        </p:blipFill>
        <p:spPr>
          <a:xfrm>
            <a:off x="274320" y="960120"/>
            <a:ext cx="6858000" cy="2788920"/>
          </a:xfrm>
          <a:prstGeom prst="rect">
            <a:avLst/>
          </a:prstGeom>
        </p:spPr>
      </p:pic>
      <p:pic>
        <p:nvPicPr>
          <p:cNvPr id="6" name="Image 1" descr="D:\Code\0622\optimal_demo\picture\report_figures\fig_kpi_reward_soc.png"/>
          <p:cNvPicPr>
            <a:picLocks noChangeAspect="1"/>
          </p:cNvPicPr>
          <p:nvPr/>
        </p:nvPicPr>
        <p:blipFill>
          <a:blip r:embed="rId4"/>
          <a:srcRect l="-9430" r="-9430"/>
          <a:stretch/>
        </p:blipFill>
        <p:spPr>
          <a:xfrm>
            <a:off x="274320" y="3749040"/>
            <a:ext cx="6858000" cy="26060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60920" y="1051560"/>
            <a:ext cx="4434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360920" y="1051560"/>
            <a:ext cx="91440" cy="1554480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635240" y="11612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冬季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635240" y="15087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HMSD  J_gen = 1600 万元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 TD3  +1570 万元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TD3 近乎闲置失败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360920" y="2743200"/>
            <a:ext cx="4434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60920" y="2743200"/>
            <a:ext cx="91440" cy="1554480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635240" y="28529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过渡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635240" y="32004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HMSD 仍最能赚钱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但库存 L1 = 0.080 未过门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粒子群现金接近、周未跑满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360920" y="4434840"/>
            <a:ext cx="4434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60920" y="4434840"/>
            <a:ext cx="91440" cy="1554480"/>
          </a:xfrm>
          <a:prstGeom prst="rect">
            <a:avLst/>
          </a:prstGeom>
          <a:solidFill>
            <a:srgbClr val="C45C3E"/>
          </a:solidFill>
          <a:ln w="12700">
            <a:solidFill>
              <a:srgbClr val="C45C3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635240" y="45445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夏季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635240" y="48920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TD3  R = 97.9  vs  61.2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HMSD 多循环、多烧火电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外部成本几乎翻倍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HMSD 训练结果汇报  ·  seed 0  ·  公平季节留出周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 /  19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MARKET · BUY / SELL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购售电：冬季 HMSD 在卖电，夏季 TD3 卖得更多</a:t>
            </a:r>
            <a:endParaRPr lang="en-US" sz="2200" dirty="0"/>
          </a:p>
        </p:txBody>
      </p:sp>
      <p:pic>
        <p:nvPicPr>
          <p:cNvPr id="5" name="Image 0" descr="D:\Code\0622\optimal_demo\picture\report_figures\fig_market_buysell.png"/>
          <p:cNvPicPr>
            <a:picLocks noChangeAspect="1"/>
          </p:cNvPicPr>
          <p:nvPr/>
        </p:nvPicPr>
        <p:blipFill>
          <a:blip r:embed="rId3"/>
          <a:srcRect l="-9314" r="-9314"/>
          <a:stretch/>
        </p:blipFill>
        <p:spPr>
          <a:xfrm>
            <a:off x="228600" y="960120"/>
            <a:ext cx="11704320" cy="3794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480060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冬季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645920" y="480060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HMSD 售电 22877 MWh，购电仅 81。TD3 售电 559——闲置后几乎不参与市场。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533095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过渡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45920" y="533095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HMSD 购 5145 / 售 16427。TD3 购售都极低。线性规划购电 1.13 万，电网现金为负。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586130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夏季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645920" y="586130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TD3 售电 18997 &gt; HMSD 15000。不能说层次策略一定更会卖电。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HMSD 训练结果汇报  ·  seed 0  ·  公平季节留出周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 /  19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WINTER · WEEK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冬季：层次库存目标让 HMSD 做跨日吞吐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38560" cy="24688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J_gen / 万元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售电 MWh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火电 MWh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厂站规则 B0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54.28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627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25200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102.92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1482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20866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12440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02F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−1.26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02F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559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HMSD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113.61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1599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22877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9700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3749040"/>
            <a:ext cx="113385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374904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 TD3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651760" y="3749040"/>
            <a:ext cx="8869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ΔR = +114.9，ΔJ_gen = +1570 万元。TD3 火电仅 398 MWh，几乎不发电、不储电。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4572000"/>
            <a:ext cx="113385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57200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相对规则</a:t>
            </a:r>
            <a:endParaRPr lang="en-US" sz="1400" dirty="0"/>
          </a:p>
        </p:txBody>
      </p:sp>
      <p:sp>
        <p:nvSpPr>
          <p:cNvPr id="5" name="Text 8"/>
          <p:cNvSpPr/>
          <p:nvPr/>
        </p:nvSpPr>
        <p:spPr>
          <a:xfrm>
            <a:off x="2651760" y="4572000"/>
            <a:ext cx="8869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 死守满发火电 25200 MWh；HMSD 把火电压到 9700，售电 2.29 万 MWh。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11480" y="5394960"/>
            <a:ext cx="113385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539496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 SAC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651760" y="5394960"/>
            <a:ext cx="8869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SAC 也过门且经济接近（1482 万），但电池几乎不动，压空吞吐更大。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HMSD 训练结果汇报  ·  seed 0  ·  公平季节留出周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 /  19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 · WEEK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过渡季：最能赚钱，但期末库存必须写未过门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38560" cy="24688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J_gen / 万元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SOC / L1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购电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售电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厂站规则 B0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8.40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−89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粒子群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49.11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02F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未过 0.069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5047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13966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−0.29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02F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未过 0.204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834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HMSD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50.11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843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02F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未过 0.080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5145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16427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3794760"/>
            <a:ext cx="55321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931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4343400"/>
            <a:ext cx="5074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HMSD 现金与综合账都是全场最高。粒子群数字接近，但只跑了 144 步，不能当完整周策略。TD3 再次近乎闲置。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26480" y="3794760"/>
            <a:ext cx="5623560" cy="2468880"/>
          </a:xfrm>
          <a:prstGeom prst="rect">
            <a:avLst/>
          </a:prstGeom>
          <a:solidFill>
            <a:srgbClr val="F8EEEA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3931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02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必须写进汇报的限制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355080" y="4343400"/>
            <a:ext cx="5212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库存门 L1 = 0.080 &gt; 0.06。层次方法本该解决周尺度回收，这一粒种子在过渡季没有收住。经济最好 ≠ 约束过关。</a:t>
            </a:r>
            <a:endParaRPr lang="en-US" sz="1400" dirty="0"/>
          </a:p>
        </p:txBody>
      </p:sp>
      <p:sp>
        <p:nvSpPr>
          <p:cNvPr id="5" name="Shap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HMSD 训练结果汇报  ·  seed 0  ·  公平季节留出周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 /  19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REWARD DECOMPOSITION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回报拆分：过渡季经济项仍最高，被期末库存奖罚打掉</a:t>
            </a:r>
            <a:endParaRPr lang="en-US" sz="2200" dirty="0"/>
          </a:p>
        </p:txBody>
      </p:sp>
      <p:pic>
        <p:nvPicPr>
          <p:cNvPr id="5" name="Image 0" descr="D:\Code\0622\optimal_demo\picture\report_figures\fig_reward_parts.png"/>
          <p:cNvPicPr>
            <a:picLocks noChangeAspect="1"/>
          </p:cNvPicPr>
          <p:nvPr/>
        </p:nvPicPr>
        <p:blipFill>
          <a:blip r:embed="rId3"/>
          <a:srcRect l="-14680" r="-14680"/>
          <a:stretch/>
        </p:blipFill>
        <p:spPr>
          <a:xfrm>
            <a:off x="274320" y="960120"/>
            <a:ext cx="11612880" cy="3520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461772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冬季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645920" y="4617720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HMSD 经济项 102.1 + 期末 +15，塑造 −3.5。TD3 经济项几乎为 0，期末 0。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518464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过渡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45920" y="5184648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HMSD 经济项 53.8 仍是全场最高，但 termB = 0（未过门）。R = 50.1 是经济被库存拖住后的数。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5751576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夏季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645920" y="5751576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两边都过门拿到 +15。TD3 经济项 88.5 明显高于 HMSD 50.7——差距来自经营账，不是库存门。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HMSD 训练结果汇报  ·  seed 0  ·  公平季节留出周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 /  19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SUMMER · WEEK 31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夏季：好的扁平策略少循环就能赚钱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10972800" cy="246888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J_gen / 万元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售电 MWh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火电 MWh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外部成本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厂站规则 B0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22.06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25200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79.30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1119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17095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12473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99 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97.89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1386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18997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9025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 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HMSD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61.22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794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15624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148 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3794760"/>
            <a:ext cx="11338560" cy="2468880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434840"/>
            <a:ext cx="10881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HMSD 过了库存门，但电池吞吐 4328 对 644、火电 15624 对 9025、售电 15000 对 18997。多循环、多烧火电，综合账输了。层次方法的价值在冬、过渡的跨日库存，不在每一季都第一。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HMSD 训练结果汇报  ·  seed 0  ·  公平季节留出周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 /  19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GIVESAFE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安全层：TD3 冬季 64% 动作被拒，和闲置失败对得上</a:t>
            </a:r>
            <a:endParaRPr lang="en-US" sz="2200" dirty="0"/>
          </a:p>
        </p:txBody>
      </p:sp>
      <p:pic>
        <p:nvPicPr>
          <p:cNvPr id="5" name="Image 0" descr="D:\Code\0622\optimal_demo\picture\report_figures\fig_reject_td3_sac.png"/>
          <p:cNvPicPr>
            <a:picLocks noChangeAspect="1"/>
          </p:cNvPicPr>
          <p:nvPr/>
        </p:nvPicPr>
        <p:blipFill>
          <a:blip r:embed="rId3"/>
          <a:srcRect t="-5319" b="-5319"/>
          <a:stretch/>
        </p:blipFill>
        <p:spPr>
          <a:xfrm>
            <a:off x="228600" y="960120"/>
            <a:ext cx="7452360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051560"/>
            <a:ext cx="39776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010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 0 能说的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01000" y="160020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TD3 冬 63.8%、过渡 51.9%、夏 29.3%。SAC 四季都在 43–54%。HMSD 评估摘要没有写拒绝率，这里不填 0%。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343400"/>
          <a:ext cx="11338560" cy="141732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35k 典型周（旁证）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投影率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 L2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无效转移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GHTD3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14.3%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65.8%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4.6%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11480" y="58978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下表来自 35k 典型周轨迹，不是 seed 0 留出周。方向一致：扁平 TD3 更常撞不可行域。HMSD 拒绝率仍以「未记录」为准。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HMSD 训练结果汇报  ·  seed 0  ·  公平季节留出周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 /  19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DISPATCH · WINTER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冬季调度：火电压在下限，白天风光 + 电池跟电价吞吐</a:t>
            </a:r>
            <a:endParaRPr lang="en-US" sz="2200" dirty="0"/>
          </a:p>
        </p:txBody>
      </p:sp>
      <p:pic>
        <p:nvPicPr>
          <p:cNvPr id="5" name="Image 0" descr="D:\Code\0622\optimal_demo\picture\report_figures\fig_dispatch_winter_ghtd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60120"/>
            <a:ext cx="11521440" cy="4892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58978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图注：典型周功率平衡示意（已导出轨迹），不是 seed 0 留出周。数字以第 8–13 页表为准。电池 SoC 跟电价吞吐，气库几乎不动。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HMSD 训练结果汇报  ·  seed 0  ·  公平季节留出周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 /  19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DISPATCH · SUMMER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夏季调度对照：两边都能消纳风光，差在火电与储能用法</a:t>
            </a:r>
            <a:endParaRPr lang="en-US" sz="2200" dirty="0"/>
          </a:p>
        </p:txBody>
      </p:sp>
      <p:pic>
        <p:nvPicPr>
          <p:cNvPr id="5" name="Image 0" descr="D:\Code\0622\optimal_demo\picture\report_figures\fig_dispatch_compare_summ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32688"/>
            <a:ext cx="11521440" cy="4892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58978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图注：典型周对照，不是 seed 0 留出周。seed 0 夏季表上 TD3 火电更少、电池吞吐更低；本图用来看风光消纳形态。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HMSD 训练结果汇报  ·  seed 0  ·  公平季节留出周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 /  19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CURTAILMENT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弃风弃光：本批评估周不是分化指标</a:t>
            </a:r>
            <a:endParaRPr lang="en-US" sz="2200" dirty="0"/>
          </a:p>
        </p:txBody>
      </p:sp>
      <p:pic>
        <p:nvPicPr>
          <p:cNvPr id="5" name="Image 0" descr="D:\Code\0622\optimal_demo\picture\report_figures\fig_renewable_util.png"/>
          <p:cNvPicPr>
            <a:picLocks noChangeAspect="1"/>
          </p:cNvPicPr>
          <p:nvPr/>
        </p:nvPicPr>
        <p:blipFill>
          <a:blip r:embed="rId3"/>
          <a:srcRect l="-15900" r="-15900"/>
          <a:stretch/>
        </p:blipFill>
        <p:spPr>
          <a:xfrm>
            <a:off x="274320" y="960120"/>
            <a:ext cx="11612880" cy="2880360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977640"/>
          <a:ext cx="11338560" cy="18288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季节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HMSD 弃电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TD3 弃电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缺供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冬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可发尽发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可发尽发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可发尽发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11480" y="58978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目标里写了 300 元/MWh 的弃电罚，是为了约束边界。本批留出周联络线与负荷足够消纳，各方法周弃电都是 10⁻¹⁴ MWh 量级的数值噪声。方法之间的差距在火电、购售电和库存，不在弃风弃光。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HMSD 训练结果汇报  ·  seed 0  ·  公平季节留出周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 /  19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LEDGER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账本拆细：冬季靠电网结算，夏季火电账把综合账拖垮</a:t>
            </a:r>
            <a:endParaRPr lang="en-US" sz="2200" dirty="0"/>
          </a:p>
        </p:txBody>
      </p:sp>
      <p:pic>
        <p:nvPicPr>
          <p:cNvPr id="5" name="Image 0" descr="D:\Code\0622\optimal_demo\picture\report_figures\fig_cash_split.png"/>
          <p:cNvPicPr>
            <a:picLocks noChangeAspect="1"/>
          </p:cNvPicPr>
          <p:nvPr/>
        </p:nvPicPr>
        <p:blipFill>
          <a:blip r:embed="rId3"/>
          <a:srcRect l="-16386" r="-16386"/>
          <a:stretch/>
        </p:blipFill>
        <p:spPr>
          <a:xfrm>
            <a:off x="320040" y="932688"/>
            <a:ext cx="11521440" cy="3337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4251960"/>
            <a:ext cx="113385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4416552"/>
            <a:ext cx="292608" cy="292608"/>
          </a:xfrm>
          <a:prstGeom prst="ellipse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51560" y="425196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 HMSD 电网结算 +425 万，火电现金 −388 万；TD3 电网几乎为 0。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11480" y="4937760"/>
            <a:ext cx="113385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5102352"/>
            <a:ext cx="292608" cy="292608"/>
          </a:xfrm>
          <a:prstGeom prst="ellipse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5102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51560" y="493776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碳与退化记为支出：冬 HMSD 合计约 108 万，仍远小于多出来的售电现金。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11480" y="5623560"/>
            <a:ext cx="113385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360" y="5788152"/>
            <a:ext cx="292608" cy="292608"/>
          </a:xfrm>
          <a:prstGeom prst="ellipse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5788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51560" y="562356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 HMSD 火电现金 −625 万 vs TD3 −361 万，碳 124 万 vs 69 万，综合账输在燃料和碳。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HMSD 训练结果汇报  ·  seed 0  ·  公平季节留出周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 /  19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TAKEAWAYS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结论：HMSD 对准的是多日库存—市场耦合，不是处处第一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26187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问题与目标清楚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小时级三元组调度，最大化 J_gen，硬约束走 GiveSafe，弃电/碳/退化进账。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743200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8803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90779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冬季机制成立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333756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高层库存目标让策略做跨日吞吐；扁平 TD3 闲置，规则满发火电。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4389120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526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55371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过渡能赚钱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综合账最高，但库存门没过。层次回收这一季没有收住。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1097280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234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126187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夏季如实写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55080" y="16916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TD3 少循环、少烧火电、售电更多。不要包装成全面碾压。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2743200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28803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290779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弃电不是故事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55080" y="333756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弃电/缺供均为 0。TD3 冬拒绝 64% 可解释闲置；HMSD 拒绝率未记录。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HMSD 训练结果汇报  ·  seed 0  ·  公平季节留出周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 /  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1374</Words>
  <Application>Microsoft Office PowerPoint</Application>
  <PresentationFormat>宽屏</PresentationFormat>
  <Paragraphs>385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风光火储经济调度：HMSD 训练结果汇报</dc:title>
  <dc:subject>seed 0 公平季节协议，84 万步</dc:subject>
  <dc:creator>optimal_demo</dc:creator>
  <cp:lastModifiedBy>智豪 许</cp:lastModifiedBy>
  <cp:revision>4</cp:revision>
  <dcterms:created xsi:type="dcterms:W3CDTF">2026-08-14T00:13:39Z</dcterms:created>
  <dcterms:modified xsi:type="dcterms:W3CDTF">2026-08-14T01:03:49Z</dcterms:modified>
</cp:coreProperties>
</file>