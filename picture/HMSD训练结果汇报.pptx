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32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9665"/>
          </a:solidFill>
          <a:ln w="12700">
            <a:solidFill>
              <a:srgbClr val="A496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训练结果汇报  ·  2026-08-14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风光火储综合能源系统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一周经济调度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分层调度：上层管库存，下层管机组；不安全指令进不了仿真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  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冬、过渡、夏各留一周验收    </a:t>
            </a:r>
            <a:r>
              <a:rPr lang="en-US" sz="13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 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每季约五千回合    </a:t>
            </a:r>
            <a:r>
              <a:rPr lang="en-US" sz="13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  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预先定好的一次，不事后挑最好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冬天把机组用起来；夏天循环偏多；过渡季赚钱最多，但周末库存没回到规定范围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怎么读这份汇报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先看口径：本汇报只认这一套数字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冬第 5 周 / 过渡第 18 周 / 夏第 31 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前面几周用来训练，这一周留着验收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看哪笔账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综合收益：售电现金扣掉碳、弃电、缺供、电池磨损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周末库存：对照崔文，回到初值附近加分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方法怎么叫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本方法 = 分层调度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= 单层强化学习、厂站规则、峰谷规则、滚动规划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10972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097280"/>
            <a:ext cx="91440" cy="21488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曲线怎么看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17373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调度图是一周形态示意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比高低以考试周表上的数为准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474720"/>
            <a:ext cx="11338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758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写进主表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367588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预先定好的这一次考试周，冬 / 过渡 / 夏各一周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4389120"/>
            <a:ext cx="11338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90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不混进主表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26080" y="459028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以前较短训练、事后挑过的结果，都不进这套数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5303520"/>
            <a:ext cx="11338560" cy="822960"/>
          </a:xfrm>
          <a:prstGeom prst="rect">
            <a:avLst/>
          </a:prstGeom>
          <a:solidFill>
            <a:srgbClr val="F7F4EC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04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三季怎么说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26080" y="550468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冬天分层最好；过渡赚钱但库存没过门；夏天单层强化学习账更好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/ 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问题：分时电价下的一周闭环经济调度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电价给定、厂站用高保真仿真。每个小时决定火电、电池、压空怎么动，一周算清一笔账，同时守住设备和电网边界。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风电 + 光伏 + 火电 + 电池 + 压缩空气储能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只做厂站调度，不参与电网出清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9164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一小时下一道指令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一次完整调度 = 168 小时（一周）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384048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84048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火电出力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电池充放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压空充电 / 待机 / 放电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840480"/>
            <a:ext cx="5623560" cy="73152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69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看得见的信息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电池和气库还剩多少、机组状态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24 小时风光荷预报 + 分时电价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/ 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优化目标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怎么算账：综合收益，不是只看卖了多少电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338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综合收益  =  经营现金  −  碳成本  −  弃电与缺供  −  电池磨损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训练时按这一笔账打分。周末库存对照崔文：回到周一初值附近给加分，回不去不加分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吨二氧化碳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15768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07208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兆瓦时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07208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弃电惩罚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0056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0056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11496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兆瓦时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11496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缺供惩罚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24344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15.7 万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15784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 / 小时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5784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记账标尺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28632" y="2697480"/>
            <a:ext cx="2194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8632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20072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周末回到初值附近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20072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库存软门（崔文）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4617720"/>
            <a:ext cx="11338560" cy="1737360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365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分项含义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047488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按购售电价结算。碳按火电和购电折算。弃电、缺供按没送出去或没供上的电量计价。磨损只计电池放电。电池荷电运行中只许大约一成到九成。周末对照崔文：回到初值附近给加分，回不去不加分、不按偏差重罚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/ 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约束不靠加大惩罚糊弄：不可行指令进不了仿真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78892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设备与电网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火电出力上下限与爬坡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电池充放功率边界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联络线功率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143000"/>
            <a:ext cx="2788920" cy="9144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压空只能三段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只能放电、待机、充电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中间档位不合法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模式切换有最短运行时间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143000"/>
            <a:ext cx="278892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安全过滤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先判这条指令能不能执行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只有安全指令才进厂站仿真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被拦下的指令记一次负分，状态不动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8972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143000"/>
            <a:ext cx="278892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7260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周末库存（崔文）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72600" y="26517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运行中：电池大约 10%–90%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周末：回到初值附近给加分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回不去不加分，不改电池指令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617720"/>
            <a:ext cx="11338560" cy="173736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54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安全是边学边挡，不是训完再检查。压空不能停在不充不放的中间区；策略可以给出连续数字，真正执行时只落到充、停、放三档。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/ 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电池荷电怎么管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电池库存对照崔文：运行卡住，周末只打分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3657600" cy="9144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25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2648" y="1874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运行中：硬盒子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26060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电池荷电只许大约 10% 到 90%，防过充过放。越界的充放指令进不了仿真。这一层和崔文一样，不能松。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0972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97280"/>
            <a:ext cx="365760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1325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53128" y="1874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周末：只加分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53128" y="26060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一周结束时，电池（和气库）相对周一初值足够近，给一笔固定加分。回不去：不加分，也不按偏差再罚，更不把这一周作废。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0972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097280"/>
            <a:ext cx="3657600" cy="9144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325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93608" y="1874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不改电池指令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6060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周末不抢策略的手、不强行充放把电池扭回去。气库仍可用回收窗。对照崔文：周末回归是奖励项，不是改动作。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937760"/>
            <a:ext cx="11338560" cy="141732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电池荷电：周中用上下限卡住，周末用加分引导回到初值。不靠周末改指令，也不靠回不去就重罚。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/ 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上层管未来几小时库存，下层管这一小时怎么发</a:t>
            </a:r>
            <a:endParaRPr lang="en-US" sz="2200" dirty="0"/>
          </a:p>
        </p:txBody>
      </p:sp>
      <p:pic>
        <p:nvPicPr>
          <p:cNvPr id="5" name="Image 0" descr="D:\Code\0622\optimal_demo\picture\report_figures\fig_architecture.png"/>
          <p:cNvPicPr>
            <a:picLocks noChangeAspect="1"/>
          </p:cNvPicPr>
          <p:nvPr/>
        </p:nvPicPr>
        <p:blipFill>
          <a:blip r:embed="rId3"/>
          <a:srcRect l="-7476" r="-7476"/>
          <a:stretch/>
        </p:blipFill>
        <p:spPr>
          <a:xfrm>
            <a:off x="320040" y="960120"/>
            <a:ext cx="115214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/ 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对比方法与训练安排：同一厂站、同一本账、同一考试周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5669280" cy="2148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季节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训练周（轮换）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考试周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0–4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13–17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18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26–30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31 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097280"/>
          <a:ext cx="5440680" cy="26060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5C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分层调度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本方法：上层管库存，下层管机组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 / 对照强化学习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不分层的学习对照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 / 峰谷规则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现场保守规则 / 按峰谷电价规则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滚动规划 / 粒子群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短视域线性规划 / 参数搜索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</a:t>
            </a:r>
            <a:endParaRPr lang="en-US" sz="2400" dirty="0"/>
          </a:p>
        </p:txBody>
      </p:sp>
      <p:sp>
        <p:nvSpPr>
          <p:cNvPr id="5" name="Text 5"/>
          <p:cNvSpPr/>
          <p:nvPr/>
        </p:nvSpPr>
        <p:spPr>
          <a:xfrm>
            <a:off x="50292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 / 每一季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3756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3756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 万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42900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有效交互步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6364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8 小时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35508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上层下一道库存意图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189720" y="39319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6" name="Text 13"/>
          <p:cNvSpPr/>
          <p:nvPr/>
        </p:nvSpPr>
        <p:spPr>
          <a:xfrm>
            <a:off x="918972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预先指定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28116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只报这一次，不挑最好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11480" y="55321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各方法同一厂站、同一本账、同一考试周。分季训练已经跑完；本机没有分季逐步日志，所以不画学习曲线。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/ 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结果总览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总览：冬、过渡经济领先；夏天单层强化学习账更好</a:t>
            </a:r>
            <a:endParaRPr lang="en-US" sz="2200" dirty="0"/>
          </a:p>
        </p:txBody>
      </p:sp>
      <p:pic>
        <p:nvPicPr>
          <p:cNvPr id="5" name="Image 0" descr="D:\Code\0622\optimal_demo\picture\report_figures\fig_kpi_jgen_bars.png"/>
          <p:cNvPicPr>
            <a:picLocks noChangeAspect="1"/>
          </p:cNvPicPr>
          <p:nvPr/>
        </p:nvPicPr>
        <p:blipFill>
          <a:blip r:embed="rId3"/>
          <a:srcRect t="-40" b="-40"/>
          <a:stretch/>
        </p:blipFill>
        <p:spPr>
          <a:xfrm>
            <a:off x="274320" y="960120"/>
            <a:ext cx="6858000" cy="2788920"/>
          </a:xfrm>
          <a:prstGeom prst="rect">
            <a:avLst/>
          </a:prstGeom>
        </p:spPr>
      </p:pic>
      <p:pic>
        <p:nvPicPr>
          <p:cNvPr id="6" name="Image 1" descr="D:\Code\0622\optimal_demo\picture\report_figures\fig_kpi_reward_soc.png"/>
          <p:cNvPicPr>
            <a:picLocks noChangeAspect="1"/>
          </p:cNvPicPr>
          <p:nvPr/>
        </p:nvPicPr>
        <p:blipFill>
          <a:blip r:embed="rId4"/>
          <a:srcRect l="-12732" r="-12732"/>
          <a:stretch/>
        </p:blipFill>
        <p:spPr>
          <a:xfrm>
            <a:off x="274320" y="3749040"/>
            <a:ext cx="685800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60920" y="1051560"/>
            <a:ext cx="4434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1051560"/>
            <a:ext cx="91440" cy="155448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35240" y="1161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3524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分层调度  综合收益 1600 万元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比单层多 1570 万元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单层几乎不干活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60920" y="2743200"/>
            <a:ext cx="4434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2743200"/>
            <a:ext cx="91440" cy="155448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2852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35240" y="3200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分层调度仍最能赚钱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但周末库存没过门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粒子群现金接近、周没跑满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4434840"/>
            <a:ext cx="4434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4434840"/>
            <a:ext cx="91440" cy="155448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4544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635240" y="4892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单层周评分 97.9，分层 61.2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分层多循环、多烧火电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外部成本几乎翻倍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 / 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市场结算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购售电：冬天分层在卖电，夏天单层卖得更多</a:t>
            </a:r>
            <a:endParaRPr lang="en-US" sz="2200" dirty="0"/>
          </a:p>
        </p:txBody>
      </p:sp>
      <p:pic>
        <p:nvPicPr>
          <p:cNvPr id="5" name="Image 0" descr="D:\Code\0622\optimal_demo\picture\report_figures\fig_market_buysell.png"/>
          <p:cNvPicPr>
            <a:picLocks noChangeAspect="1"/>
          </p:cNvPicPr>
          <p:nvPr/>
        </p:nvPicPr>
        <p:blipFill>
          <a:blip r:embed="rId3"/>
          <a:srcRect l="-11538" r="-11538"/>
          <a:stretch/>
        </p:blipFill>
        <p:spPr>
          <a:xfrm>
            <a:off x="228600" y="960120"/>
            <a:ext cx="1170432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分层售电 2.29 万兆瓦时，购电仅 81。单层售电 559——闲置之后几乎不参与市场。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5212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分层购 5145 / 售 1.64 万。单层购售都极低。滚动规划购 7507、售 8656，综合账已超过厂规。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715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单层售电 1.90 万，分层 1.50 万。不能说分层一定更会卖电。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 · 第 5 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冬季：分层把库存跨天用起来，单层几乎闲置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周评分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综合收益 / 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火电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滚动规划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67.78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12772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20682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102.92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1482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20866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12440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−1.26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分层调度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113.61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22877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49040"/>
            <a:ext cx="11338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7490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相对单层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51760" y="374904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综合收益多 1570 万元。单层火电只发了 398 兆瓦时，几乎不发电、不储电。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4572000"/>
            <a:ext cx="11338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572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相对滚动规划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51760" y="457200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修好后的滚动规划综合收益 894 万、过门、火电 2.07 万。分层仍多 705 万，火电只要 9700。</a:t>
            </a:r>
            <a:endParaRPr lang="en-US" sz="1400" dirty="0"/>
          </a:p>
        </p:txBody>
      </p:sp>
      <p:sp>
        <p:nvSpPr>
          <p:cNvPr id="5" name="Shape 9"/>
          <p:cNvSpPr/>
          <p:nvPr/>
        </p:nvSpPr>
        <p:spPr>
          <a:xfrm>
            <a:off x="411480" y="5394960"/>
            <a:ext cx="11338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53949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相对对照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1760" y="539496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对照强化学习也过门，综合收益 1482 万，接近分层；但电池几乎不动，压空吞吐更大。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过渡季 · 第 18 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过渡季：最能赚钱，但周末库存必须写没过门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周评分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综合收益 / 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滚动规划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26.77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7507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分层调度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02F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9476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分层调度综合账仍最高。滚动规划已过门、超过厂规（270 万对 −89 万），但视界只有一天，跨日库存仍不如分层。单层再次近乎闲置。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5623560" cy="2468880"/>
          </a:xfrm>
          <a:prstGeom prst="rect">
            <a:avLst/>
          </a:prstGeom>
          <a:solidFill>
            <a:srgbClr val="F8EEEA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02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必须写进汇报的限制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434340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周末库存相对初值偏了约 8%，门槛是约 6%。分层本该把一周库存收回来，这一次过渡季没有收住。赚钱最多不等于约束过关。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5" name="Shape 1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评分从哪来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评分拆开看：过渡季经营账仍最高，被周末库存扣住</a:t>
            </a:r>
            <a:endParaRPr lang="en-US" sz="2200" dirty="0"/>
          </a:p>
        </p:txBody>
      </p:sp>
      <p:pic>
        <p:nvPicPr>
          <p:cNvPr id="5" name="Image 0" descr="D:\Code\0622\optimal_demo\picture\report_figures\fig_reward_parts.png"/>
          <p:cNvPicPr>
            <a:picLocks noChangeAspect="1"/>
          </p:cNvPicPr>
          <p:nvPr/>
        </p:nvPicPr>
        <p:blipFill>
          <a:blip r:embed="rId3"/>
          <a:srcRect l="-17303" r="-17303"/>
          <a:stretch/>
        </p:blipFill>
        <p:spPr>
          <a:xfrm>
            <a:off x="274320" y="960120"/>
            <a:ext cx="116128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5262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0" y="452628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分层经营项 102.1，周末库存加 15 分。单层经营项几乎为 0，周末也没有加分。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50932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509320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分层经营项 53.8 仍是全场最高，但周末库存没过门，这 15 分没拿到。周评分 50.1 是被库存拖住后的数。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601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566013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两边都过门、都拿到周末加分。单层经营项 88.5，分层 50.7——差距来自经营账，不是库存门。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 · 第 31 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夏季：单层少循环、少烧火电，账反而更好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0972800" cy="24688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周评分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综合收益 / 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火电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外部成本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22.06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滚动规划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42.51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9979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20556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172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17095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12473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97.89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18997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分层调度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15624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148 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94760"/>
            <a:ext cx="11338560" cy="2468880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夏天不要写成全面第一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分层过了库存门，但电池吞吐 4328 对 644、火电 15624 对 9025、售电 1.50 万对 1.90 万。循环多、火电烧得多，综合账输了。分层的价值在冬天和过渡季的跨日库存，不在每一季都第一。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指令拦得住拦不住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安全过滤：单层冬天六成指令被拦，和闲置对得上</a:t>
            </a:r>
            <a:endParaRPr lang="en-US" sz="2200" dirty="0"/>
          </a:p>
        </p:txBody>
      </p:sp>
      <p:pic>
        <p:nvPicPr>
          <p:cNvPr id="5" name="Image 0" descr="D:\Code\0622\optimal_demo\picture\report_figures\fig_reject_td3_sac.png"/>
          <p:cNvPicPr>
            <a:picLocks noChangeAspect="1"/>
          </p:cNvPicPr>
          <p:nvPr/>
        </p:nvPicPr>
        <p:blipFill>
          <a:blip r:embed="rId3"/>
          <a:srcRect t="-2982" b="-2982"/>
          <a:stretch/>
        </p:blipFill>
        <p:spPr>
          <a:xfrm>
            <a:off x="228600" y="960120"/>
            <a:ext cx="74523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05156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0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考试周能说的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1000" y="16002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单层冬天 63.8%、过渡 51.9%、夏天 29.3% 的指令被安全层拦住。对照强化学习四季都在四到五成。分层调度这张考试周没有单独记下拦截次数，表上留空。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251960"/>
          <a:ext cx="11338560" cy="14173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另一批典型周（旁证）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被拦比例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指令被改了多少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仿真跑飞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分层调度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单层强化学习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厂站规则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11480" y="580644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下表是另一批典型周，用来看方向：单层更常撞到不能执行的指令。分层考试周的拦截次数仍以空白为准。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冬季一周形态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冬季调度：火电压在下限，白天风光加电池跟电价吞吐</a:t>
            </a:r>
            <a:endParaRPr lang="en-US" sz="2200" dirty="0"/>
          </a:p>
        </p:txBody>
      </p:sp>
      <p:pic>
        <p:nvPicPr>
          <p:cNvPr id="5" name="Image 0" descr="D:\Code\0622\optimal_demo\picture\report_figures\fig_dispatch_winter_ghtd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1152144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58064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示意一周形态，表上数字以考试周为准。电池跟着电价吞吐，气库几乎不动。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/ 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夏季一周形态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夏季调度对照：两边都能消纳风光，差在火电和储能用法</a:t>
            </a:r>
            <a:endParaRPr lang="en-US" sz="2200" dirty="0"/>
          </a:p>
        </p:txBody>
      </p:sp>
      <p:pic>
        <p:nvPicPr>
          <p:cNvPr id="5" name="Image 0" descr="D:\Code\0622\optimal_demo\picture\report_figures\fig_dispatch_compare_summ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32688"/>
            <a:ext cx="1152144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58064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示意一周形态。考试周表上：单层火电更少、电池吞吐更低；本图用来看风光消纳长什么样。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 / 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弃风弃光：本批考试周拉不开差距</a:t>
            </a:r>
            <a:endParaRPr lang="en-US" sz="2200" dirty="0"/>
          </a:p>
        </p:txBody>
      </p:sp>
      <p:pic>
        <p:nvPicPr>
          <p:cNvPr id="5" name="Image 0" descr="D:\Code\0622\optimal_demo\picture\report_figures\fig_renewable_util.png"/>
          <p:cNvPicPr>
            <a:picLocks noChangeAspect="1"/>
          </p:cNvPicPr>
          <p:nvPr/>
        </p:nvPicPr>
        <p:blipFill>
          <a:blip r:embed="rId3"/>
          <a:srcRect l="-15900" r="-15900"/>
          <a:stretch/>
        </p:blipFill>
        <p:spPr>
          <a:xfrm>
            <a:off x="274320" y="960120"/>
            <a:ext cx="11612880" cy="288036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77640"/>
          <a:ext cx="1133856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季节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分层弃电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单层弃电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可发尽发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可发尽发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可发尽发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账里写了弃电惩罚，是为了兜底。本批考试周联络线和负荷够用，各方法弃电都是数值噪声。方法之间的差距在火电、购售电和库存，不在弃风弃光。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 / 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A496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钱从哪来、花到哪去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账本拆细：冬天靠卖电，夏天输在燃料和碳</a:t>
            </a:r>
            <a:endParaRPr lang="en-US" sz="2200" dirty="0"/>
          </a:p>
        </p:txBody>
      </p:sp>
      <p:pic>
        <p:nvPicPr>
          <p:cNvPr id="5" name="Image 0" descr="D:\Code\0622\optimal_demo\picture\report_figures\fig_cash_split.png"/>
          <p:cNvPicPr>
            <a:picLocks noChangeAspect="1"/>
          </p:cNvPicPr>
          <p:nvPr/>
        </p:nvPicPr>
        <p:blipFill>
          <a:blip r:embed="rId3"/>
          <a:srcRect l="-19231" r="-19231"/>
          <a:stretch/>
        </p:blipFill>
        <p:spPr>
          <a:xfrm>
            <a:off x="320040" y="932688"/>
            <a:ext cx="115214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251960"/>
            <a:ext cx="113385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4416552"/>
            <a:ext cx="292608" cy="292608"/>
          </a:xfrm>
          <a:prstGeom prst="ellipse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4251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冬天分层电网结算约 +425 万，火电现金约 −388 万；单层几乎不参与电网。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4937760"/>
            <a:ext cx="113385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5102352"/>
            <a:ext cx="292608" cy="292608"/>
          </a:xfrm>
          <a:prstGeom prst="ellipse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49377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碳和电池磨损记为支出：冬天分层合计约 108 万，仍远小于多出来的售电现金。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" y="5623560"/>
            <a:ext cx="113385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5788152"/>
            <a:ext cx="292608" cy="292608"/>
          </a:xfrm>
          <a:prstGeom prst="ellipse">
            <a:avLst/>
          </a:prstGeom>
          <a:solidFill>
            <a:srgbClr val="005035"/>
          </a:solidFill>
          <a:ln w="12700">
            <a:solidFill>
              <a:srgbClr val="0050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5788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56235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夏天分层火电现金约 −625 万，单层约 −361 万；碳 124 万对 69 万。综合账输在燃料和碳。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6565392"/>
            <a:ext cx="11368735" cy="0"/>
          </a:xfrm>
          <a:prstGeom prst="line">
            <a:avLst/>
          </a:prstGeom>
          <a:noFill/>
          <a:ln w="9525">
            <a:solidFill>
              <a:srgbClr val="E2E4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65836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风光火储经济调度  ·  冬 / 过渡 / 夏考试周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71455" y="6583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8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 / 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宽屏</PresentationFormat>
  <Paragraphs>404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风光火储综合能源系统：一周经济调度训练结果</dc:title>
  <dc:subject>冬 / 过渡 / 夏考试周，同一厂站同一本账</dc:subject>
  <dc:creator>optimal_demo</dc:creator>
  <cp:lastModifiedBy>智豪 许</cp:lastModifiedBy>
  <cp:revision>2</cp:revision>
  <dcterms:created xsi:type="dcterms:W3CDTF">2026-08-14T02:05:31Z</dcterms:created>
  <dcterms:modified xsi:type="dcterms:W3CDTF">2026-08-14T02:27:28Z</dcterms:modified>
</cp:coreProperties>
</file>